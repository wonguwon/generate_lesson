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080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맑은 고딕"/>
                <a:ea typeface="맑은 고딕"/>
              </a:rPr>
              <a:t>모아상사 경영지원팀 사무실 자리배치도 (실습용 가상 회사)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440000"/>
            <a:ext cx="234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latin typeface="맑은 고딕"/>
                <a:ea typeface="맑은 고딕"/>
              </a:rPr>
              <a:t>김지현 팀장</a:t>
            </a:r>
          </a:p>
          <a:p>
            <a:r>
              <a:rPr sz="1400">
                <a:latin typeface="맑은 고딕"/>
                <a:ea typeface="맑은 고딕"/>
              </a:rPr>
              <a:t>(창가 쪽 팀장석)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3240000"/>
            <a:ext cx="234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latin typeface="맑은 고딕"/>
                <a:ea typeface="맑은 고딕"/>
              </a:rPr>
              <a:t>박민수 대리</a:t>
            </a:r>
          </a:p>
          <a:p>
            <a:r>
              <a:rPr sz="1400">
                <a:latin typeface="맑은 고딕"/>
                <a:ea typeface="맑은 고딕"/>
              </a:rPr>
              <a:t>(1열 왼쪽)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0" y="3240000"/>
            <a:ext cx="234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latin typeface="맑은 고딕"/>
                <a:ea typeface="맑은 고딕"/>
              </a:rPr>
              <a:t>이서연 주임</a:t>
            </a:r>
          </a:p>
          <a:p>
            <a:r>
              <a:rPr sz="1400">
                <a:latin typeface="맑은 고딕"/>
                <a:ea typeface="맑은 고딕"/>
              </a:rPr>
              <a:t>(1열 오른쪽)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" y="4680000"/>
            <a:ext cx="234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latin typeface="맑은 고딕"/>
                <a:ea typeface="맑은 고딕"/>
              </a:rPr>
              <a:t>최우진 사원</a:t>
            </a:r>
          </a:p>
          <a:p>
            <a:r>
              <a:rPr sz="1400">
                <a:latin typeface="맑은 고딕"/>
                <a:ea typeface="맑은 고딕"/>
              </a:rPr>
              <a:t>(2열 왼쪽)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0" y="1440000"/>
            <a:ext cx="234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latin typeface="맑은 고딕"/>
                <a:ea typeface="맑은 고딕"/>
              </a:rPr>
              <a:t>복합기</a:t>
            </a:r>
          </a:p>
          <a:p>
            <a:r>
              <a:rPr sz="1400">
                <a:latin typeface="맑은 고딕"/>
                <a:ea typeface="맑은 고딕"/>
              </a:rPr>
              <a:t>(출입문 옆)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0000" y="4680000"/>
            <a:ext cx="234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>
                <a:latin typeface="맑은 고딕"/>
                <a:ea typeface="맑은 고딕"/>
              </a:rPr>
              <a:t>비품 보관함</a:t>
            </a:r>
          </a:p>
          <a:p>
            <a:r>
              <a:rPr sz="1400">
                <a:latin typeface="맑은 고딕"/>
                <a:ea typeface="맑은 고딕"/>
              </a:rPr>
              <a:t>(회의 테이블 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6120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맑은 고딕"/>
                <a:ea typeface="맑은 고딕"/>
              </a:rPr>
              <a:t>3층 경영지원팀 자리. 회의는 3층 대회의실에서 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